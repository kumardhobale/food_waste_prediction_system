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8"/>
  </p:notesMasterIdLst>
  <p:sldIdLst>
    <p:sldId id="1300" r:id="rId5"/>
    <p:sldId id="1349" r:id="rId6"/>
    <p:sldId id="1291" r:id="rId7"/>
    <p:sldId id="1350" r:id="rId8"/>
    <p:sldId id="1351" r:id="rId9"/>
    <p:sldId id="1352" r:id="rId10"/>
    <p:sldId id="1353" r:id="rId11"/>
    <p:sldId id="1358" r:id="rId12"/>
    <p:sldId id="1354" r:id="rId13"/>
    <p:sldId id="1355" r:id="rId14"/>
    <p:sldId id="1356" r:id="rId15"/>
    <p:sldId id="1359" r:id="rId16"/>
    <p:sldId id="1250" r:id="rId17"/>
  </p:sldIdLst>
  <p:sldSz cx="12192000" cy="6858000"/>
  <p:notesSz cx="6858000" cy="9144000"/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F"/>
    <a:srgbClr val="F9FFEB"/>
    <a:srgbClr val="EDFFC5"/>
    <a:srgbClr val="7FBA00"/>
    <a:srgbClr val="EBEEF9"/>
    <a:srgbClr val="213164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5EB630-E21A-4BB2-BE55-F314667820FB}" v="9" dt="2026-01-14T07:16:43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482"/>
  </p:normalViewPr>
  <p:slideViewPr>
    <p:cSldViewPr snapToGrid="0">
      <p:cViewPr varScale="1">
        <p:scale>
          <a:sx n="75" d="100"/>
          <a:sy n="75" d="100"/>
        </p:scale>
        <p:origin x="946" y="6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2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 Dhobale" userId="88cf7e8cdccd29d8" providerId="LiveId" clId="{7D54C613-B645-4F65-B2F8-8DA52939A8BE}"/>
    <pc:docChg chg="custSel addSld modSld sldOrd">
      <pc:chgData name="Kumar Dhobale" userId="88cf7e8cdccd29d8" providerId="LiveId" clId="{7D54C613-B645-4F65-B2F8-8DA52939A8BE}" dt="2026-01-14T07:16:44.552" v="82" actId="20577"/>
      <pc:docMkLst>
        <pc:docMk/>
      </pc:docMkLst>
      <pc:sldChg chg="ord">
        <pc:chgData name="Kumar Dhobale" userId="88cf7e8cdccd29d8" providerId="LiveId" clId="{7D54C613-B645-4F65-B2F8-8DA52939A8BE}" dt="2026-01-14T06:23:56.966" v="21"/>
        <pc:sldMkLst>
          <pc:docMk/>
          <pc:sldMk cId="3544365122" sldId="1250"/>
        </pc:sldMkLst>
      </pc:sldChg>
      <pc:sldChg chg="modSp mod">
        <pc:chgData name="Kumar Dhobale" userId="88cf7e8cdccd29d8" providerId="LiveId" clId="{7D54C613-B645-4F65-B2F8-8DA52939A8BE}" dt="2026-01-14T06:22:44.638" v="19" actId="20577"/>
        <pc:sldMkLst>
          <pc:docMk/>
          <pc:sldMk cId="2000950779" sldId="1300"/>
        </pc:sldMkLst>
        <pc:spChg chg="mod">
          <ac:chgData name="Kumar Dhobale" userId="88cf7e8cdccd29d8" providerId="LiveId" clId="{7D54C613-B645-4F65-B2F8-8DA52939A8BE}" dt="2026-01-14T06:22:44.638" v="19" actId="20577"/>
          <ac:spMkLst>
            <pc:docMk/>
            <pc:sldMk cId="2000950779" sldId="1300"/>
            <ac:spMk id="2" creationId="{7BC3452E-282B-E1CE-1049-3451E4122F16}"/>
          </ac:spMkLst>
        </pc:spChg>
      </pc:sldChg>
      <pc:sldChg chg="addSp modSp add mod ord">
        <pc:chgData name="Kumar Dhobale" userId="88cf7e8cdccd29d8" providerId="LiveId" clId="{7D54C613-B645-4F65-B2F8-8DA52939A8BE}" dt="2026-01-14T07:16:44.552" v="82" actId="20577"/>
        <pc:sldMkLst>
          <pc:docMk/>
          <pc:sldMk cId="1984430202" sldId="1359"/>
        </pc:sldMkLst>
        <pc:spChg chg="add mod">
          <ac:chgData name="Kumar Dhobale" userId="88cf7e8cdccd29d8" providerId="LiveId" clId="{7D54C613-B645-4F65-B2F8-8DA52939A8BE}" dt="2026-01-14T07:16:44.552" v="82" actId="20577"/>
          <ac:spMkLst>
            <pc:docMk/>
            <pc:sldMk cId="1984430202" sldId="1359"/>
            <ac:spMk id="2" creationId="{6A891580-4C2D-C23D-EF44-BBE218897246}"/>
          </ac:spMkLst>
        </pc:spChg>
        <pc:spChg chg="mod">
          <ac:chgData name="Kumar Dhobale" userId="88cf7e8cdccd29d8" providerId="LiveId" clId="{7D54C613-B645-4F65-B2F8-8DA52939A8BE}" dt="2026-01-14T06:24:15.829" v="28" actId="20577"/>
          <ac:spMkLst>
            <pc:docMk/>
            <pc:sldMk cId="1984430202" sldId="1359"/>
            <ac:spMk id="3" creationId="{4DC7B192-5E72-4EB3-30AF-6D473E03BE3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9783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D97FCEE-C2A8-37D5-A996-49BB545B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975B8980-94AA-8A6F-430D-0494B7C17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A7D6731-161F-2215-BDD4-38D7B762C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4211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B634D27-F068-EBEB-8770-15B1970F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EC7E5E5-08B1-E327-1392-BDBF84524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962BD9A5-ADCC-1A80-1BEB-CABC569E0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7319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C7FEBF0-06E5-C2B8-032E-BD1140EC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1C6BB7A9-64CC-4552-CA05-10714EF8D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96E12A9-0FB9-1C33-EAD4-8BC34D67D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0100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912BB92-19C5-FEAF-8CF0-0A26FF15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D21BCEAF-EE14-3457-B94E-B4E055AD9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Lack of Data-Driven Planning: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Currently, food preparation in canteens and hostels relies on manual guesswork and intuition rather than historical attendance data.</a:t>
            </a: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Significant Food Wastage: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Inaccurate estimation of student attendance leads to massive quantities of prepared food being discarded daily.</a:t>
            </a: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Financial &amp; Resource Inefficiency: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Every kilogram of wasted food represents a direct loss in raw material costs, labor energy, and LPG/fuel consumption.</a:t>
            </a: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Environmental Impact: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Organic waste in landfills is a major contributor to Methane ($CH_4$) emissions, significantly increasing the institution's carbon footprint.</a:t>
            </a:r>
          </a:p>
          <a:p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Unpredictable Variability: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Traditional systems fail to account for variables like "Special Menus" or "Weekend Attendance," which drastically change food consumption patterns.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E33C037B-43A5-DBE4-60BB-7D8372DCD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613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05ABAFC-C9BD-AB1E-8A8A-9EDC5568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CC989CB-9A3F-2F71-382B-9645325FE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1EAE55A1-FB6B-6141-FCEA-50C1C0732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7441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E97757C-C9C8-D062-5A0A-E627466A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EFC4385-9F62-DE91-1C49-25EFFAA50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3177FAE6-75CC-FEF9-3CAC-8FE5239D6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7390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4F84F44-6F11-41C0-2531-B2D84004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CFFEF418-B406-D0A7-8310-136EE4643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7A9698E-E051-C03D-505A-30B549F0D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060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2949AFF-78D6-50DA-B607-940763F2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7361DAE3-574F-2869-A475-53A418F0F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598F59E-E26E-B08C-63A5-3796B2189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4077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839BF32-23F1-0514-1672-5AE4AB5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EF06C08A-200A-0E8C-55D0-5D4BC07B5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29C00B7-3928-D803-DCB2-F342254D8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3277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B9B5-22A9-C263-41F6-3D2401DA0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A5D08-31A1-50CC-EB5F-D91525099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DEDE9-F391-FA25-5314-8194B7B9A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 dirty="0">
                <a:solidFill>
                  <a:srgbClr val="223366"/>
                </a:solidFill>
              </a:rPr>
              <a:t>Thank You !!</a:t>
            </a:r>
            <a:endParaRPr lang="en-US" sz="1100" b="1" spc="-5" dirty="0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121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 dirty="0">
                <a:solidFill>
                  <a:srgbClr val="223366"/>
                </a:solidFill>
              </a:rPr>
              <a:t>Thank You !!</a:t>
            </a:r>
            <a:endParaRPr lang="en-US" sz="1100" b="1" spc="-5" dirty="0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8C18A-94E2-AE13-8B06-BA9F6BD6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8089E-5BFA-40F0-B876-ADFE03496B7F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892B4-0FB0-425D-7C43-06BB328A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29878-4D45-882F-621F-195E0CE4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122C-94FD-45B7-812A-8C690DBDD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53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8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51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19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42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8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y_L_MQaYD0TOKkmk2kSfs03j7Lj75kIz?usp=shar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KumarDhobale/food_waste_prediction_syste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2540B31-8123-24C6-B0F3-4444B51E9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9AA95F-56F4-3F03-5804-8F7C6AFCE0BB}"/>
              </a:ext>
            </a:extLst>
          </p:cNvPr>
          <p:cNvSpPr/>
          <p:nvPr/>
        </p:nvSpPr>
        <p:spPr>
          <a:xfrm>
            <a:off x="8687544" y="584200"/>
            <a:ext cx="211044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5316D-1E70-9E4D-C82D-DC6493EC4CED}"/>
              </a:ext>
            </a:extLst>
          </p:cNvPr>
          <p:cNvSpPr txBox="1"/>
          <p:nvPr/>
        </p:nvSpPr>
        <p:spPr>
          <a:xfrm>
            <a:off x="4093474" y="2008766"/>
            <a:ext cx="728011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Food Waste Prediction and Reduction System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2A27540A-9E08-71C9-C49B-6AA04DE6EB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943" y="867733"/>
            <a:ext cx="1263157" cy="4108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C3452E-282B-E1CE-1049-3451E4122F16}"/>
              </a:ext>
            </a:extLst>
          </p:cNvPr>
          <p:cNvSpPr txBox="1"/>
          <p:nvPr/>
        </p:nvSpPr>
        <p:spPr>
          <a:xfrm>
            <a:off x="4760259" y="3494967"/>
            <a:ext cx="6347011" cy="23856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Samarth </a:t>
            </a:r>
            <a:r>
              <a:rPr lang="en-IN" dirty="0" err="1">
                <a:solidFill>
                  <a:schemeClr val="bg1"/>
                </a:solidFill>
              </a:rPr>
              <a:t>Dhoble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Kumar Dhobale</a:t>
            </a:r>
          </a:p>
          <a:p>
            <a:r>
              <a:rPr lang="en-IN" sz="1850" dirty="0">
                <a:solidFill>
                  <a:schemeClr val="bg1"/>
                </a:solidFill>
              </a:rPr>
              <a:t>Krushna Ashwi</a:t>
            </a:r>
          </a:p>
          <a:p>
            <a:endParaRPr lang="en-IN" sz="1850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                                                         </a:t>
            </a:r>
            <a:r>
              <a:rPr lang="en-IN" dirty="0" err="1">
                <a:solidFill>
                  <a:schemeClr val="bg1"/>
                </a:solidFill>
              </a:rPr>
              <a:t>K.Jeeva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College Name -  K J College of Engineering and            Management Research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95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82100C0-8C1F-4181-DD75-D87774F4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DF1CE7-F465-D81C-97B0-79E3F2480924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583006E0-F63C-4BA4-389D-C91A4075610B}"/>
              </a:ext>
            </a:extLst>
          </p:cNvPr>
          <p:cNvSpPr txBox="1">
            <a:spLocks noGrp="1"/>
          </p:cNvSpPr>
          <p:nvPr/>
        </p:nvSpPr>
        <p:spPr>
          <a:xfrm>
            <a:off x="407838" y="873305"/>
            <a:ext cx="5025142" cy="6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 b="1">
                <a:solidFill>
                  <a:srgbClr val="213163"/>
                </a:solidFill>
              </a:rPr>
              <a:t>Project Objectives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668EA-F609-4C8E-7E33-C8D4F3A3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65" y="1124611"/>
            <a:ext cx="4602826" cy="4613712"/>
          </a:xfrm>
          <a:prstGeom prst="rect">
            <a:avLst/>
          </a:prstGeom>
        </p:spPr>
      </p:pic>
      <p:sp>
        <p:nvSpPr>
          <p:cNvPr id="8" name="Google Shape;62;g5fab984687_2_0">
            <a:extLst>
              <a:ext uri="{FF2B5EF4-FFF2-40B4-BE49-F238E27FC236}">
                <a16:creationId xmlns:a16="http://schemas.microsoft.com/office/drawing/2014/main" id="{761FE11B-F08F-EA24-6ECA-6D0A1BF1E903}"/>
              </a:ext>
            </a:extLst>
          </p:cNvPr>
          <p:cNvSpPr txBox="1"/>
          <p:nvPr/>
        </p:nvSpPr>
        <p:spPr>
          <a:xfrm>
            <a:off x="407838" y="1715981"/>
            <a:ext cx="5369163" cy="318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Problem Statement</a:t>
            </a:r>
            <a:endParaRPr lang="en-US" sz="1100" dirty="0"/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Project Overview – Introduction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End Users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Wow Factor in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Modelling/Block Diagram/Flow of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Result/outcomes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Conclusion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Future Perspective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266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02071" y="972537"/>
            <a:ext cx="1185725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Problem Statement</a:t>
            </a:r>
            <a:endParaRPr lang="en-US" sz="18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731192-E2E7-FC77-8DAA-2A61548E5CEA}"/>
              </a:ext>
            </a:extLst>
          </p:cNvPr>
          <p:cNvSpPr txBox="1"/>
          <p:nvPr/>
        </p:nvSpPr>
        <p:spPr>
          <a:xfrm>
            <a:off x="404037" y="1690577"/>
            <a:ext cx="114087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Lack of Data-Driven Planning: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Currently, food preparation in canteens and hostels relies on manual guesswork and intuition rather than historical attendance data.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Significant Food Wastage: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Inaccurate estimation of student attendance leads to massive quantities of prepared food being discarded daily.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Financial &amp; Resource Inefficiency: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Every kilogram of wasted food represents a direct loss in raw material costs, labor energy, and LPG/fuel consumption.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Environmental Impact: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Organic waste in landfills is a major contributor to Methane ($CH_4$) emissions, significantly increasing the institution's carbon footprint.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Unpredictable Variability: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Traditional systems fail to account for variables like "Special Menus" or "Weekend Attendance," which drastically change food consumption patterns.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CFA96E3-C7EB-55DF-2AA8-2936B30A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EBBBA-5CF4-5202-786C-054FC76F51FF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Project Overview - Introduction</a:t>
            </a:r>
            <a:endParaRPr lang="en-US" sz="18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5A85F-CB3C-FA95-6DA1-3E65127B676C}"/>
              </a:ext>
            </a:extLst>
          </p:cNvPr>
          <p:cNvSpPr txBox="1"/>
          <p:nvPr/>
        </p:nvSpPr>
        <p:spPr>
          <a:xfrm>
            <a:off x="446567" y="1679944"/>
            <a:ext cx="11376838" cy="3765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What is Eco-Feed AI?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It is an intelligent Decision Support System (DSS) designed to bridge the gap between food production and actual consumption.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Core Technology: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The system leverages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Machine Learning (Random Forest Regression)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to analyze historical patterns like student attendance, day of the week, and menu complexity.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Smart Estimation: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Unlike simple averages, this system predicts "Expected Waste" first, then calculates the "Optimal Preparation Quantity" to ensure 100% student satisfaction with near-zero waste.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Key Goal: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To transform institutional canteens into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"Smart Kitchens"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that are economically profitable and environmentally sustainable.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Integrated Dashboard: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Provides a user-friendly interface for kitchen managers to get instant cooking recommendations and track their "Sustainability Score."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7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2ED5FB8-425A-4665-42F5-5CC706CC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B8291-8A2E-40AC-9C88-A70F47D7B60C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End Users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323DD-053C-DD2A-DBDD-FC97D679E2D5}"/>
              </a:ext>
            </a:extLst>
          </p:cNvPr>
          <p:cNvSpPr txBox="1"/>
          <p:nvPr/>
        </p:nvSpPr>
        <p:spPr>
          <a:xfrm>
            <a:off x="414670" y="1786270"/>
            <a:ext cx="11281144" cy="3457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Canteen &amp; Hostel Managers: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The primary operators who use the dashboard to decide daily procurement and cooking quantities.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Kitchen Staff &amp; Head Chefs: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Receive precise "cooking targets" (in KGs) to reduce manual workload and prevent over-preparation.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Institutional Administrators: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High-level officials who monitor the "Financial Savings" and "Sustainability Reports" for the college or organization.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NGOs &amp; Food Recovery Networks: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Benefit from the system’s alerts when surplus food is predicted, allowing for timely donation and distribution.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Environmental Auditors: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Use the generated "CO₂ Reduction Reports" to track the institution's progress toward Green Campus goals.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434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3201705-0A2B-4BCF-297B-D9722E1C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5BFC9B-AE6E-0231-F153-9FA6A53336DE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Wow Factors in Project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6F3B7-AF9C-6059-4550-FE07CDFEC777}"/>
              </a:ext>
            </a:extLst>
          </p:cNvPr>
          <p:cNvSpPr txBox="1"/>
          <p:nvPr/>
        </p:nvSpPr>
        <p:spPr>
          <a:xfrm>
            <a:off x="404037" y="1775637"/>
            <a:ext cx="11355572" cy="3765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Self-Correcting "Safety Buffer" Logic: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The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system doesn't just predict the minimum; it includes a smart margin to ensure food never runs out, balancing "Zero Waste" with "Zero Hunger."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Multi-Factor Correlation: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Unlike human estimation, the AI simultaneously analyzes the relationship between </a:t>
            </a: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Day + Attendance + Menu Type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to find hidden patterns (e.g., "Special menus on Fridays waste 15% more than Tuesdays").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Environmental Impact Quantification: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Converts wasted kilograms into real-world environmental data, calculating the exact </a:t>
            </a: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Carbon Footprint ($CO_2$) reduction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achieved by the institution.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Financial Intelligence: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Provides a real-time </a:t>
            </a: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Cost-Benefit Analysis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, showing the kitchen manager exactly how much money was saved per day by following the AI's advice.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Actionable Business Intelligence: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Instead of complex graphs, the UI provides a </a:t>
            </a: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"Direct Command"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(e.g., "Cook exactly 182.5 KG"), making it usable for staff with no technical background.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32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DA83078-77BF-8732-F35D-B5E0418E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3A1D2-BA94-C28C-CC33-20F2A8CBF8E6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Modelling/Block Diagram/Flow of Project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6106D-F6D7-20A5-D6D1-002A65210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67" y="1650402"/>
            <a:ext cx="9753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1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99CD92D-A575-8307-4352-F0BA81EB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F50A4-5ED8-3FB1-7BC6-C928C539FDC4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Technology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8DFA8-84C5-640B-748F-135F60FC9525}"/>
              </a:ext>
            </a:extLst>
          </p:cNvPr>
          <p:cNvSpPr txBox="1"/>
          <p:nvPr/>
        </p:nvSpPr>
        <p:spPr>
          <a:xfrm>
            <a:off x="404037" y="1733107"/>
            <a:ext cx="11504428" cy="4688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Programming Language: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*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Python: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The core language used for data processing and machine learning logic.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Libraries &amp; Frameworks: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Streamlit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Used for building the interactive web-based dashboard and user interface.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Scikit-Learn: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Employed for implementing the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Random Forest Regressor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model and data encoding.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Pandas &amp; NumPy: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Essential for data manipulation, cleaning, and numerical operations.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Data Visualization: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Plotly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Express: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Used to create dynamic, interactive charts (Daily trends, Waste analysis).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Data Storage: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CSV (Comma Separated Values):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Used as a lightweight database for storing historical food records (</a:t>
            </a:r>
            <a:r>
              <a:rPr lang="en-US" altLang="en-US" sz="1050" dirty="0">
                <a:solidFill>
                  <a:schemeClr val="tx1"/>
                </a:solidFill>
                <a:latin typeface="Arial Unicode MS"/>
              </a:rPr>
              <a:t>food_data.csv</a:t>
            </a:r>
            <a:r>
              <a:rPr lang="en-US" altLang="en-US" sz="900" dirty="0">
                <a:solidFill>
                  <a:schemeClr val="tx1"/>
                </a:solidFill>
              </a:rPr>
              <a:t>).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Development Environment: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VS Code /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Jupyter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Notebook: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For code development and model testing.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566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514D052-F397-BC36-1052-36D19CF5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5B80B1-3B59-EA2F-68D8-475020EC920F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Result/Outcomes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F75C9-C30B-ECDA-7913-99735A50B01D}"/>
              </a:ext>
            </a:extLst>
          </p:cNvPr>
          <p:cNvSpPr txBox="1"/>
          <p:nvPr/>
        </p:nvSpPr>
        <p:spPr>
          <a:xfrm>
            <a:off x="404037" y="1743740"/>
            <a:ext cx="113555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Optimized Resource Allocation: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The system successfully transitions canteen operations from "Intuition-based cooking" to "Data-driven preparation," ensuring food meets actual demand.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Significant Waste Reduction: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By using the </a:t>
            </a: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Random Forest Regressor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, the model identifies patterns in student attendance, leading to an estimated </a:t>
            </a: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15-20% reduction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in daily food waste.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Financial Sustainability: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Predicts cost savings by calculating the price of saved raw materials (e.g., ₹50-₹150 per kg), directly improving the canteen's bottom line.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Environmental Impact: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Every kilogram of food saved prevents approximately </a:t>
            </a: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2.5kg of $CO_2$ emissions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, helping the institution meet its green campus goals.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Enhanced Decision Support: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Provides canteen managers with a "Safety Buffer" recommendation, balancing the goal of zero waste with the necessity of ensuring no student goes hungry.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Google Sans Text"/>
              </a:rPr>
              <a:t>NGO Integration Readiness:</a:t>
            </a:r>
            <a:r>
              <a:rPr lang="en-US" altLang="en-US" sz="2000" dirty="0">
                <a:solidFill>
                  <a:schemeClr val="tx1"/>
                </a:solidFill>
                <a:latin typeface="Google Sans Text"/>
              </a:rPr>
              <a:t> The system generates data that can be used to alert local food recovery networks when a surplus is unavoidable, ensuring social responsibility.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15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2F31CEF-5515-4F5D-1100-281FEB2D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B0A38-E51F-FAB3-43A3-E6F66F53FEEB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Conclusion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F9D0C-FFBF-9EDC-DB2D-3537682FA991}"/>
              </a:ext>
            </a:extLst>
          </p:cNvPr>
          <p:cNvSpPr txBox="1"/>
          <p:nvPr/>
        </p:nvSpPr>
        <p:spPr>
          <a:xfrm>
            <a:off x="393405" y="1722474"/>
            <a:ext cx="11398102" cy="314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Successful Implementation: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The project demonstrates that Machine Learning can effectively predict food consumption patterns with high accuracy in institutional settings.</a:t>
            </a: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Economic &amp; Ecological Balance: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By optimizing preparation quantities, the system successfully reduces financial losses while minimizing environmental degradation caused by organic waste.</a:t>
            </a: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Practical Decision Support: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The introduction of the "Safety Buffer" ensures that the AI's recommendations are realistic and adaptable to the high-stakes environment of a student canteen.</a:t>
            </a: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Operational Efficiency: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The user-friendly dashboard empowers non-technical canteen staff to make informed, data-driven decisions daily.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Final Thought: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Eco-Feed AI represents a scalable solution that can be adopted by any college, hostel, or corporate office to promote a "Zero-Waste" culture.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26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D19869F-96B9-5203-AAF3-45AE6C4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D9D66-F842-8A54-E13C-54231FFCB3A9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Future Perspective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E4739-1283-30D2-E5F4-BC613BA64364}"/>
              </a:ext>
            </a:extLst>
          </p:cNvPr>
          <p:cNvSpPr txBox="1"/>
          <p:nvPr/>
        </p:nvSpPr>
        <p:spPr>
          <a:xfrm>
            <a:off x="3039035" y="-1360674"/>
            <a:ext cx="6099586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8E022-F94D-4C96-DF15-CC4265280D72}"/>
              </a:ext>
            </a:extLst>
          </p:cNvPr>
          <p:cNvSpPr txBox="1"/>
          <p:nvPr/>
        </p:nvSpPr>
        <p:spPr>
          <a:xfrm>
            <a:off x="361507" y="1754372"/>
            <a:ext cx="11419367" cy="382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Real-Time Data Integration:</a:t>
            </a:r>
            <a:r>
              <a:rPr lang="en-US" dirty="0"/>
              <a:t> Incorporating a </a:t>
            </a:r>
            <a:r>
              <a:rPr lang="en-US" b="1" dirty="0"/>
              <a:t>Weather API</a:t>
            </a:r>
            <a:r>
              <a:rPr lang="en-US" dirty="0"/>
              <a:t> to adjust predictions based on rain or extreme heat, which significantly affects canteen attendance.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Student Reservation System:</a:t>
            </a:r>
            <a:r>
              <a:rPr lang="en-US" dirty="0"/>
              <a:t> Developing a mobile app feature where students can "Opt-out" or "Confirm" their meals in advance to provide the AI with real-time ground truth.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Smart Inventory Management:</a:t>
            </a:r>
            <a:r>
              <a:rPr lang="en-US" dirty="0"/>
              <a:t> Linking the prediction system to a procurement module that automatically generates grocery orders based on the predicted food quantity.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Internet of Things (IoT) Integration:</a:t>
            </a:r>
            <a:r>
              <a:rPr lang="en-US" dirty="0"/>
              <a:t> Using smart scales in the waste bins to automatically update the </a:t>
            </a:r>
            <a:r>
              <a:rPr lang="en-US" dirty="0">
                <a:latin typeface="Courier New" panose="02070309020205020404" pitchFamily="49" charset="0"/>
              </a:rPr>
              <a:t>food_data.csv</a:t>
            </a:r>
            <a:r>
              <a:rPr lang="en-US" dirty="0"/>
              <a:t> with actual waste data at the end of every meal.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Automated Donation Alerts:</a:t>
            </a:r>
            <a:r>
              <a:rPr lang="en-US" dirty="0"/>
              <a:t> Building a direct communication bridge to local </a:t>
            </a:r>
            <a:r>
              <a:rPr lang="en-US" b="1" dirty="0"/>
              <a:t>NGOs and Food Banks</a:t>
            </a:r>
            <a:r>
              <a:rPr lang="en-US" dirty="0"/>
              <a:t>, sending automated SMS/Email alerts when the system predicts a surplus.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Multi-Campus Scalability:</a:t>
            </a:r>
            <a:r>
              <a:rPr lang="en-US" dirty="0"/>
              <a:t> Expanding the model to handle multiple canteen locations within a single institution from a centralized cloud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288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F0043-CA6C-E8BE-C500-58DF7AD4A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4DC7B192-5E72-4EB3-30AF-6D473E03BE36}"/>
              </a:ext>
            </a:extLst>
          </p:cNvPr>
          <p:cNvSpPr txBox="1">
            <a:spLocks/>
          </p:cNvSpPr>
          <p:nvPr/>
        </p:nvSpPr>
        <p:spPr>
          <a:xfrm>
            <a:off x="4315206" y="2934286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endParaRPr lang="en-US" sz="5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891580-4C2D-C23D-EF44-BBE218897246}"/>
              </a:ext>
            </a:extLst>
          </p:cNvPr>
          <p:cNvSpPr txBox="1"/>
          <p:nvPr/>
        </p:nvSpPr>
        <p:spPr>
          <a:xfrm>
            <a:off x="386080" y="1198880"/>
            <a:ext cx="11216640" cy="1528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Google Drive Link: </a:t>
            </a:r>
            <a:r>
              <a:rPr lang="en-IN" dirty="0">
                <a:hlinkClick r:id="rId3"/>
              </a:rPr>
              <a:t>https://drive.google.com/drive/folders/1y_L_MQaYD0TOKkmk2kSfs03j7Lj75kIz?usp=sharing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err="1"/>
              <a:t>Github</a:t>
            </a:r>
            <a:r>
              <a:rPr lang="en-IN" dirty="0"/>
              <a:t> link: </a:t>
            </a:r>
            <a:r>
              <a:rPr lang="en-IN" dirty="0">
                <a:hlinkClick r:id="rId4"/>
              </a:rPr>
              <a:t>https://github.com/KumarDhobale/food_waste_prediction_system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443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4315206" y="2934286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1400</Words>
  <Application>Microsoft Office PowerPoint</Application>
  <PresentationFormat>Widescreen</PresentationFormat>
  <Paragraphs>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Unicode MS</vt:lpstr>
      <vt:lpstr>Courier New</vt:lpstr>
      <vt:lpstr>Google Sans Text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Kumar Dhobale</cp:lastModifiedBy>
  <cp:revision>9</cp:revision>
  <dcterms:modified xsi:type="dcterms:W3CDTF">2026-01-14T07:16:50Z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9933309E-0FFA-4A0C-99DC-6F95618B9D68</vt:lpwstr>
  </property>
  <property fmtid="{D5CDD505-2E9C-101B-9397-08002B2CF9AE}" pid="4" name="ArticulatePath">
    <vt:lpwstr>https://edunetfoundationorg-my.sharepoint.com/personal/kaisar_edunetfoundation_org/Documents/Beutified ppt/Microsoft Shell/Skills4Future/Temp</vt:lpwstr>
  </property>
</Properties>
</file>